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81F1F"/>
                </a:solidFill>
                <a:latin typeface="Anton"/>
              </a:rPr>
              <a:t>SEM FRESCURA - 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943600" cy="9722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A gente se beijou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A gente foi pra cama no primeiro encontro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Sem saber se tava pronto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A gente nem ligou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Se tinha alguém olhando do lado de fora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81F1F"/>
                </a:solidFill>
                <a:latin typeface="Anton"/>
              </a:rPr>
              <a:t>SEM FRESCURA - 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943600" cy="9722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Porque o fogo tava a mil por hora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Foi pele na pele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A gente nem se protegeu do sentimento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Pele na pele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Foi amor e foi loucura ao mesmo tempo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Pele na pele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81F1F"/>
                </a:solidFill>
                <a:latin typeface="Anton"/>
              </a:rPr>
              <a:t>SEM FRESCURA - 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943600" cy="9722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FFFFFF"/>
                </a:solidFill>
                <a:latin typeface="Anton"/>
              </a:rPr>
              <a:t>Mas quem nunca fez amor despreparado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FFFFFF"/>
                </a:solidFill>
                <a:latin typeface="Anton"/>
              </a:rPr>
              <a:t>Pele na pele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FFFFFF"/>
                </a:solidFill>
                <a:latin typeface="Anton"/>
              </a:rPr>
              <a:t>Então não julgue pra depois não ser julgado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FFFFFF"/>
                </a:solidFill>
                <a:latin typeface="Anton"/>
              </a:rPr>
              <a:t>Pele na pele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FFFFFF"/>
                </a:solidFill>
                <a:latin typeface="Anton"/>
              </a:rPr>
              <a:t>Mas fiquei apaixonado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81F1F"/>
                </a:solidFill>
                <a:latin typeface="Anton"/>
              </a:rPr>
              <a:t>SEM FRESCURA - PARTE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943600" cy="9722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Com muita loucura, com pouca vergonha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Sem muita frescura, mordida na fronha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Assim que a gente fez o amor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Assim que a gente fez o amor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81F1F"/>
                </a:solidFill>
                <a:latin typeface="Anton"/>
              </a:rPr>
              <a:t>SEM FRESCURA - PARTE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943600" cy="9722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Puxando o cabelo, com o corpo arranhado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Com o rosto vermelho de tanto pecado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Assim que a gente fez o amor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Assim que a gente fez o amor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Anton"/>
              </a:rPr>
              <a:t>Por isso que eu fiquei apaixonado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Anton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81F1F"/>
                </a:solidFill>
                <a:latin typeface="Anton"/>
              </a:rPr>
              <a:t>FEITO PRA DURAR - 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943600" cy="9722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Anton"/>
              </a:rPr>
              <a:t>Eu to pedindo pra ficar</a:t>
            </a:r>
          </a:p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Anton"/>
              </a:rPr>
              <a:t>Mais você finge que não quer</a:t>
            </a:r>
          </a:p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Anton"/>
              </a:rPr>
              <a:t>Meu amor eu sei</a:t>
            </a:r>
          </a:p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Anton"/>
              </a:rPr>
              <a:t>Se não quer, não vou brigar</a:t>
            </a:r>
          </a:p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Anton"/>
              </a:rPr>
              <a:t>Eu posso ver no teu olhar</a:t>
            </a:r>
          </a:p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Anton"/>
              </a:rPr>
              <a:t>Se não consegue disfarçar</a:t>
            </a:r>
          </a:p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Anton"/>
              </a:rPr>
              <a:t>Demoro, tudo bem</a:t>
            </a:r>
          </a:p>
          <a:p>
            <a:pPr algn="l">
              <a:lnSpc>
                <a:spcPct val="112000"/>
              </a:lnSpc>
            </a:pPr>
            <a:r>
              <a:rPr sz="4000" b="1">
                <a:solidFill>
                  <a:srgbClr val="FFFFFF"/>
                </a:solidFill>
                <a:latin typeface="Anton"/>
              </a:rPr>
              <a:t>O teu jogo eu vou jogar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81F1F"/>
                </a:solidFill>
                <a:latin typeface="Anton"/>
              </a:rPr>
              <a:t>FEITO PRA DURAR - 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943600" cy="9722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FFFFFF"/>
                </a:solidFill>
                <a:latin typeface="Anton"/>
              </a:rPr>
              <a:t>A quanto tempo que a gente fica nesse vai e vem</a:t>
            </a:r>
          </a:p>
          <a:p>
            <a:pPr algn="l">
              <a:lnSpc>
                <a:spcPct val="112000"/>
              </a:lnSpc>
            </a:pPr>
            <a:r>
              <a:rPr sz="3600" b="1">
                <a:solidFill>
                  <a:srgbClr val="FFFFFF"/>
                </a:solidFill>
                <a:latin typeface="Anton"/>
              </a:rPr>
              <a:t>A procura de alguém</a:t>
            </a:r>
          </a:p>
          <a:p>
            <a:pPr algn="l">
              <a:lnSpc>
                <a:spcPct val="112000"/>
              </a:lnSpc>
            </a:pPr>
            <a:r>
              <a:rPr sz="3600" b="1">
                <a:solidFill>
                  <a:srgbClr val="FFFFFF"/>
                </a:solidFill>
                <a:latin typeface="Anton"/>
              </a:rPr>
              <a:t>Será que você não percebe que eu sou o teu bem</a:t>
            </a:r>
          </a:p>
          <a:p>
            <a:pPr algn="l">
              <a:lnSpc>
                <a:spcPct val="112000"/>
              </a:lnSpc>
            </a:pPr>
            <a:r>
              <a:rPr sz="3600" b="1">
                <a:solidFill>
                  <a:srgbClr val="FFFFFF"/>
                </a:solidFill>
                <a:latin typeface="Anton"/>
              </a:rPr>
              <a:t>E ta na cara nas estrelas e por onde a gente for</a:t>
            </a:r>
          </a:p>
          <a:p>
            <a:pPr algn="l">
              <a:lnSpc>
                <a:spcPct val="112000"/>
              </a:lnSpc>
            </a:pPr>
            <a:r>
              <a:rPr sz="3600" b="1">
                <a:solidFill>
                  <a:srgbClr val="FFFFFF"/>
                </a:solidFill>
                <a:latin typeface="Anton"/>
              </a:rPr>
              <a:t>É verdadeiro o nosso amor</a:t>
            </a:r>
          </a:p>
          <a:p>
            <a:pPr algn="l">
              <a:lnSpc>
                <a:spcPct val="112000"/>
              </a:lnSpc>
            </a:pPr>
            <a:r>
              <a:rPr sz="3600" b="1">
                <a:solidFill>
                  <a:srgbClr val="FFFFFF"/>
                </a:solidFill>
                <a:latin typeface="Anton"/>
              </a:rPr>
              <a:t>Que foi feito pra durar, foi Deus que abençoou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81F1F"/>
                </a:solidFill>
                <a:latin typeface="Anton"/>
              </a:rPr>
              <a:t>FEITO PRA DURAR - 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943600" cy="9722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FFFFFF"/>
                </a:solidFill>
                <a:latin typeface="Anton"/>
              </a:rPr>
              <a:t>Pode crê, nossa paixão vai ser assim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FFFFFF"/>
                </a:solidFill>
                <a:latin typeface="Anton"/>
              </a:rPr>
              <a:t>Eu to pra ver, amor que nunca vai ter fim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FFFFFF"/>
                </a:solidFill>
                <a:latin typeface="Anton"/>
              </a:rPr>
              <a:t>Eu e você, um Love toda hora, todo dia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FFFFFF"/>
                </a:solidFill>
                <a:latin typeface="Anton"/>
              </a:rPr>
              <a:t>Até o dia clarear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